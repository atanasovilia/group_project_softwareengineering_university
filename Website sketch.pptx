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844"/>
    <a:srgbClr val="99C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60D7-68C0-7ED2-F358-D76DA014C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B25CF-0814-5FEC-6509-F249AC7B1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9F893-3D0E-0628-A95C-E6B4CB17C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016D-F7D8-B00D-C837-3CC15A72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3007-DEE8-45CA-3938-632187E3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73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FBC6-21BD-4B66-617B-57B1333E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AFC4-9825-8785-8211-35E535619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32852-ECD4-9B18-51C0-A6EE7782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1D8D-AD52-438D-1150-D5434508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D171-7716-CCE5-EE30-F7808EB9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30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DDDF-35C5-0D0A-06A8-28A2B748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722F5-B2F3-8617-A356-C76CF1C28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3135F-3BEA-D831-C141-473604C0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C8A1A-756E-8374-2A2F-7526B225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31DBF-F8C9-0463-6AC5-86B0AEA4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13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045E-D924-5D11-0006-EBC9CA52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A3D2-2520-6EDE-EDD6-A22413166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BEC47-FC98-D5E2-5310-B16326B97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AF0B0-B9A1-DE7B-3965-D80F4C88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D404-24B3-A673-BF8F-5321081B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A9F17-B3A3-B05C-D7BD-83F82427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5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E71-3FA3-9910-0115-1FAB696C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FCA-0035-C463-8FA6-54FB867D6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510D9-DF1E-E988-CBDE-7200EFFE1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5E0E3-BE3E-CC65-7AEF-C4457A20A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C6E27-291E-B2F2-9CAE-FDD19FF19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8C962-F835-C49D-CBE9-EE4D733D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E8C59-B427-8F83-208C-7B6178B9E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FA2F5-71C6-331E-56A1-E6E1C473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9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C3C8-C559-7E06-0283-07040915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F78E6-FA06-23B3-B00A-3F6E1539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006C1-78A3-8B5F-D3D6-0AE38F3D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E6373-0752-E246-D476-648447C3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19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2C8E5-AB17-2DC8-E3BA-478C462F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29BA5-5961-71E7-9036-B69C2FCF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F6EDC-5757-593F-0EB8-9BDFF914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47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82CF0-15B6-9581-C8AF-C706F7808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6F79-77A8-912E-42AE-D161BEACD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094E1-A4CD-FC48-D720-0FA78C02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02F9D-6B47-1522-360B-5F30EECE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30A22-940E-8110-EA2D-CCFE6E1E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F7091-51F6-224B-ADCF-F3731A19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68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6670-9C27-D725-EC05-69A89E95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1F8F1-6042-083F-D5D6-E36B9C239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7BDBF-A100-236A-EE88-EF47D3621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51CF5-2592-0BEB-A12C-DCE4210F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C2D84-5449-F2F2-DD68-2629A818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FEEEF-F689-3B13-58FF-0AC39C05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80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9282-E608-6959-1630-53F8B76C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8B533-36B6-23F5-4B72-19AA9F056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67C8D-AC0D-D7DF-D217-E6ADA297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218D7-0842-E3DE-A73D-264609EC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0E96D-2EE6-2D6D-EC77-0C156D84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96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0C5AC-A2ED-9272-2002-0AFB1F170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BE9D6-4AC4-1CC7-C089-CF5CECD8E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D9DC-4C77-BF4D-0EE3-14E3A57D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DB212-FB69-40CA-927A-094D5A3A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0F9CA-6969-F853-C1AF-4E6867B4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78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B2026-A29E-F949-4246-DD53A6E3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ECFC6-051F-BF62-AD5C-F18AB4537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E06D4-80C0-E82F-3428-37F2AFC85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9D6EC-C3C3-4137-8C00-6C2FA300111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B603-0656-9BED-0C13-052B28147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1DEF6-64DF-A591-32B1-C68DB45E1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4B64D-88B5-47A9-A17C-6A18C915A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92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9EC46E-E3E7-607D-D7B9-8123C4977E14}"/>
              </a:ext>
            </a:extLst>
          </p:cNvPr>
          <p:cNvSpPr txBox="1"/>
          <p:nvPr/>
        </p:nvSpPr>
        <p:spPr>
          <a:xfrm>
            <a:off x="5144778" y="135011"/>
            <a:ext cx="190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Registration page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63E11F-F51C-D6AC-85DB-4360AF28BF9B}"/>
              </a:ext>
            </a:extLst>
          </p:cNvPr>
          <p:cNvSpPr/>
          <p:nvPr/>
        </p:nvSpPr>
        <p:spPr>
          <a:xfrm>
            <a:off x="853031" y="664320"/>
            <a:ext cx="10426615" cy="5652097"/>
          </a:xfrm>
          <a:prstGeom prst="roundRect">
            <a:avLst/>
          </a:prstGeom>
          <a:solidFill>
            <a:srgbClr val="BCD84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D04EC3-C1F5-2767-AB74-C22604D69B4B}"/>
              </a:ext>
            </a:extLst>
          </p:cNvPr>
          <p:cNvSpPr/>
          <p:nvPr/>
        </p:nvSpPr>
        <p:spPr>
          <a:xfrm>
            <a:off x="7354064" y="1439103"/>
            <a:ext cx="2479313" cy="3436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A84F6E-03A1-0A88-ADAF-D6DF60E04A04}"/>
              </a:ext>
            </a:extLst>
          </p:cNvPr>
          <p:cNvSpPr/>
          <p:nvPr/>
        </p:nvSpPr>
        <p:spPr>
          <a:xfrm>
            <a:off x="7354064" y="2336625"/>
            <a:ext cx="2479313" cy="3436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4A5E8-67EF-BD8D-49F3-212C6208264F}"/>
              </a:ext>
            </a:extLst>
          </p:cNvPr>
          <p:cNvSpPr txBox="1"/>
          <p:nvPr/>
        </p:nvSpPr>
        <p:spPr>
          <a:xfrm>
            <a:off x="7298833" y="1881379"/>
            <a:ext cx="78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DD98F-5D1C-E7E8-7730-7405B27E5F8C}"/>
              </a:ext>
            </a:extLst>
          </p:cNvPr>
          <p:cNvSpPr txBox="1"/>
          <p:nvPr/>
        </p:nvSpPr>
        <p:spPr>
          <a:xfrm>
            <a:off x="7298833" y="2778901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Password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2F6B37-B8C5-5DF1-4785-ACD528C7F76D}"/>
              </a:ext>
            </a:extLst>
          </p:cNvPr>
          <p:cNvSpPr/>
          <p:nvPr/>
        </p:nvSpPr>
        <p:spPr>
          <a:xfrm>
            <a:off x="7642498" y="5486400"/>
            <a:ext cx="1902443" cy="3693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Register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C6BC54-48E5-26E4-EB07-19102D8F7F1B}"/>
              </a:ext>
            </a:extLst>
          </p:cNvPr>
          <p:cNvSpPr/>
          <p:nvPr/>
        </p:nvSpPr>
        <p:spPr>
          <a:xfrm>
            <a:off x="7354064" y="3208483"/>
            <a:ext cx="2479313" cy="3436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D2DA7-D231-35F3-8440-CE31A4709EEB}"/>
              </a:ext>
            </a:extLst>
          </p:cNvPr>
          <p:cNvSpPr txBox="1"/>
          <p:nvPr/>
        </p:nvSpPr>
        <p:spPr>
          <a:xfrm>
            <a:off x="7298833" y="3598180"/>
            <a:ext cx="142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Date of Birth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71B1AB-A7F9-FD32-5094-8FC07468BE5C}"/>
              </a:ext>
            </a:extLst>
          </p:cNvPr>
          <p:cNvSpPr/>
          <p:nvPr/>
        </p:nvSpPr>
        <p:spPr>
          <a:xfrm>
            <a:off x="7354064" y="4040594"/>
            <a:ext cx="2479313" cy="3436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2F2EF-6C27-D9A4-0E8D-3755DADF3C8D}"/>
              </a:ext>
            </a:extLst>
          </p:cNvPr>
          <p:cNvSpPr txBox="1"/>
          <p:nvPr/>
        </p:nvSpPr>
        <p:spPr>
          <a:xfrm>
            <a:off x="7307013" y="4480568"/>
            <a:ext cx="170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Phone Number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583CBE2-9BC5-ED4A-01A3-24DB66DC486C}"/>
              </a:ext>
            </a:extLst>
          </p:cNvPr>
          <p:cNvSpPr/>
          <p:nvPr/>
        </p:nvSpPr>
        <p:spPr>
          <a:xfrm>
            <a:off x="2546819" y="2336625"/>
            <a:ext cx="1632419" cy="1480535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48332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4B35A2-1AF2-8B0F-40E3-507C2AF63774}"/>
              </a:ext>
            </a:extLst>
          </p:cNvPr>
          <p:cNvSpPr txBox="1"/>
          <p:nvPr/>
        </p:nvSpPr>
        <p:spPr>
          <a:xfrm>
            <a:off x="5424008" y="135013"/>
            <a:ext cx="13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Log-in page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BBEA08-7836-FBEA-FB27-9F252726F992}"/>
              </a:ext>
            </a:extLst>
          </p:cNvPr>
          <p:cNvSpPr/>
          <p:nvPr/>
        </p:nvSpPr>
        <p:spPr>
          <a:xfrm>
            <a:off x="785525" y="602951"/>
            <a:ext cx="10598448" cy="5652097"/>
          </a:xfrm>
          <a:prstGeom prst="roundRect">
            <a:avLst/>
          </a:prstGeom>
          <a:solidFill>
            <a:srgbClr val="BCD84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7C857-FB89-AAC1-973D-C0A4E2D1FDEA}"/>
              </a:ext>
            </a:extLst>
          </p:cNvPr>
          <p:cNvSpPr/>
          <p:nvPr/>
        </p:nvSpPr>
        <p:spPr>
          <a:xfrm>
            <a:off x="7738645" y="1687963"/>
            <a:ext cx="2479313" cy="3436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0D78F8-20C6-4057-DB20-B13270A63E6A}"/>
              </a:ext>
            </a:extLst>
          </p:cNvPr>
          <p:cNvSpPr/>
          <p:nvPr/>
        </p:nvSpPr>
        <p:spPr>
          <a:xfrm>
            <a:off x="7738646" y="2898155"/>
            <a:ext cx="2479313" cy="34366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3B2EF-695C-4F73-F42F-35EDAA18EAC1}"/>
              </a:ext>
            </a:extLst>
          </p:cNvPr>
          <p:cNvSpPr txBox="1"/>
          <p:nvPr/>
        </p:nvSpPr>
        <p:spPr>
          <a:xfrm>
            <a:off x="7710007" y="2130237"/>
            <a:ext cx="78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3DFE5-9D8B-8475-57FB-A0E18509A2AC}"/>
              </a:ext>
            </a:extLst>
          </p:cNvPr>
          <p:cNvSpPr txBox="1"/>
          <p:nvPr/>
        </p:nvSpPr>
        <p:spPr>
          <a:xfrm>
            <a:off x="7710007" y="3248170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Password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A87163-CDF2-0AA5-E173-CF3E3157ECAC}"/>
              </a:ext>
            </a:extLst>
          </p:cNvPr>
          <p:cNvSpPr/>
          <p:nvPr/>
        </p:nvSpPr>
        <p:spPr>
          <a:xfrm>
            <a:off x="8027079" y="3817160"/>
            <a:ext cx="1902443" cy="3693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Log-In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8470D2-4787-E969-E33F-869FC84E7D8D}"/>
              </a:ext>
            </a:extLst>
          </p:cNvPr>
          <p:cNvSpPr/>
          <p:nvPr/>
        </p:nvSpPr>
        <p:spPr>
          <a:xfrm>
            <a:off x="2546819" y="2336625"/>
            <a:ext cx="1632419" cy="1480535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CE968-D9D3-7282-4876-E8463E5E1238}"/>
              </a:ext>
            </a:extLst>
          </p:cNvPr>
          <p:cNvSpPr txBox="1"/>
          <p:nvPr/>
        </p:nvSpPr>
        <p:spPr>
          <a:xfrm>
            <a:off x="8456666" y="4233725"/>
            <a:ext cx="1546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Forgot password?</a:t>
            </a:r>
          </a:p>
        </p:txBody>
      </p:sp>
    </p:spTree>
    <p:extLst>
      <p:ext uri="{BB962C8B-B14F-4D97-AF65-F5344CB8AC3E}">
        <p14:creationId xmlns:p14="http://schemas.microsoft.com/office/powerpoint/2010/main" val="113590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11D58C-31CE-730B-FE98-E83DE9158019}"/>
              </a:ext>
            </a:extLst>
          </p:cNvPr>
          <p:cNvSpPr txBox="1"/>
          <p:nvPr/>
        </p:nvSpPr>
        <p:spPr>
          <a:xfrm>
            <a:off x="5488445" y="85917"/>
            <a:ext cx="121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Main page</a:t>
            </a: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BC27CE04-20C0-3808-410C-7F913F62E130}"/>
              </a:ext>
            </a:extLst>
          </p:cNvPr>
          <p:cNvSpPr/>
          <p:nvPr/>
        </p:nvSpPr>
        <p:spPr>
          <a:xfrm>
            <a:off x="527773" y="223259"/>
            <a:ext cx="484817" cy="169504"/>
          </a:xfrm>
          <a:prstGeom prst="mathMinus">
            <a:avLst/>
          </a:prstGeom>
          <a:solidFill>
            <a:srgbClr val="99CB2B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Minus Sign 7">
            <a:extLst>
              <a:ext uri="{FF2B5EF4-FFF2-40B4-BE49-F238E27FC236}">
                <a16:creationId xmlns:a16="http://schemas.microsoft.com/office/drawing/2014/main" id="{9BD5D985-2335-062F-C1C2-9C40F7BC14C6}"/>
              </a:ext>
            </a:extLst>
          </p:cNvPr>
          <p:cNvSpPr/>
          <p:nvPr/>
        </p:nvSpPr>
        <p:spPr>
          <a:xfrm>
            <a:off x="527773" y="308011"/>
            <a:ext cx="484817" cy="169504"/>
          </a:xfrm>
          <a:prstGeom prst="mathMinus">
            <a:avLst/>
          </a:prstGeom>
          <a:solidFill>
            <a:srgbClr val="99CB2B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7A112A23-E642-6E27-2A6A-3448CC5A7309}"/>
              </a:ext>
            </a:extLst>
          </p:cNvPr>
          <p:cNvSpPr/>
          <p:nvPr/>
        </p:nvSpPr>
        <p:spPr>
          <a:xfrm>
            <a:off x="527772" y="392763"/>
            <a:ext cx="484817" cy="169504"/>
          </a:xfrm>
          <a:prstGeom prst="mathMinus">
            <a:avLst/>
          </a:prstGeom>
          <a:solidFill>
            <a:srgbClr val="99CB2B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775D4F-7166-1D5C-316F-E1DE50DA00C7}"/>
              </a:ext>
            </a:extLst>
          </p:cNvPr>
          <p:cNvSpPr/>
          <p:nvPr/>
        </p:nvSpPr>
        <p:spPr>
          <a:xfrm>
            <a:off x="10991211" y="100521"/>
            <a:ext cx="889852" cy="795469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A37013-5F97-0AF1-68E2-C1F5D24144E0}"/>
              </a:ext>
            </a:extLst>
          </p:cNvPr>
          <p:cNvSpPr/>
          <p:nvPr/>
        </p:nvSpPr>
        <p:spPr>
          <a:xfrm>
            <a:off x="1423764" y="1946934"/>
            <a:ext cx="2497723" cy="2964129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Calendar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462C6F-A562-CA43-E4D3-A72F6FCDAEE1}"/>
              </a:ext>
            </a:extLst>
          </p:cNvPr>
          <p:cNvSpPr/>
          <p:nvPr/>
        </p:nvSpPr>
        <p:spPr>
          <a:xfrm>
            <a:off x="4847137" y="1946935"/>
            <a:ext cx="2497723" cy="2964129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Appointments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2C5E00-146A-6628-EFE5-1D6D2D73B01C}"/>
              </a:ext>
            </a:extLst>
          </p:cNvPr>
          <p:cNvSpPr/>
          <p:nvPr/>
        </p:nvSpPr>
        <p:spPr>
          <a:xfrm>
            <a:off x="8270510" y="1946934"/>
            <a:ext cx="2497723" cy="2964129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Records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81A3E3-50C1-C85F-2E47-9F4A171A76C4}"/>
              </a:ext>
            </a:extLst>
          </p:cNvPr>
          <p:cNvSpPr/>
          <p:nvPr/>
        </p:nvSpPr>
        <p:spPr>
          <a:xfrm>
            <a:off x="0" y="6484387"/>
            <a:ext cx="12192000" cy="373613"/>
          </a:xfrm>
          <a:prstGeom prst="roundRect">
            <a:avLst>
              <a:gd name="adj" fmla="val 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DF7F95-DC38-A063-980E-C85648253A3B}"/>
              </a:ext>
            </a:extLst>
          </p:cNvPr>
          <p:cNvCxnSpPr/>
          <p:nvPr/>
        </p:nvCxnSpPr>
        <p:spPr>
          <a:xfrm>
            <a:off x="773252" y="562267"/>
            <a:ext cx="0" cy="40503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E556DC-FA86-1DC1-03CB-D40C83459F1B}"/>
              </a:ext>
            </a:extLst>
          </p:cNvPr>
          <p:cNvSpPr txBox="1"/>
          <p:nvPr/>
        </p:nvSpPr>
        <p:spPr>
          <a:xfrm>
            <a:off x="306845" y="998781"/>
            <a:ext cx="2053291" cy="646331"/>
          </a:xfrm>
          <a:prstGeom prst="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Personal Portal</a:t>
            </a:r>
          </a:p>
          <a:p>
            <a:r>
              <a:rPr lang="en-GB" dirty="0"/>
              <a:t>Doctor Availability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162ADE9A-90FC-740E-48F8-2523C8C69BA7}"/>
              </a:ext>
            </a:extLst>
          </p:cNvPr>
          <p:cNvSpPr/>
          <p:nvPr/>
        </p:nvSpPr>
        <p:spPr>
          <a:xfrm>
            <a:off x="-61369" y="1269125"/>
            <a:ext cx="2773884" cy="68723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57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30DB0C-62A3-212C-8087-AB0D7CC8FD27}"/>
              </a:ext>
            </a:extLst>
          </p:cNvPr>
          <p:cNvSpPr txBox="1"/>
          <p:nvPr/>
        </p:nvSpPr>
        <p:spPr>
          <a:xfrm>
            <a:off x="4966808" y="128875"/>
            <a:ext cx="225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Booking system page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0321DB-1159-BD29-64D3-EF3890116451}"/>
              </a:ext>
            </a:extLst>
          </p:cNvPr>
          <p:cNvSpPr/>
          <p:nvPr/>
        </p:nvSpPr>
        <p:spPr>
          <a:xfrm>
            <a:off x="10991211" y="100521"/>
            <a:ext cx="889852" cy="795469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1F16CAF5-42EC-7F6B-587E-7BF200CEEBF0}"/>
              </a:ext>
            </a:extLst>
          </p:cNvPr>
          <p:cNvSpPr/>
          <p:nvPr/>
        </p:nvSpPr>
        <p:spPr>
          <a:xfrm>
            <a:off x="527773" y="223259"/>
            <a:ext cx="484817" cy="169504"/>
          </a:xfrm>
          <a:prstGeom prst="mathMinus">
            <a:avLst/>
          </a:prstGeom>
          <a:solidFill>
            <a:srgbClr val="99CB2B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D27E9191-15E8-6C4E-3E25-0A40A53BE77E}"/>
              </a:ext>
            </a:extLst>
          </p:cNvPr>
          <p:cNvSpPr/>
          <p:nvPr/>
        </p:nvSpPr>
        <p:spPr>
          <a:xfrm>
            <a:off x="527773" y="308011"/>
            <a:ext cx="484817" cy="169504"/>
          </a:xfrm>
          <a:prstGeom prst="mathMinus">
            <a:avLst/>
          </a:prstGeom>
          <a:solidFill>
            <a:srgbClr val="99CB2B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Minus Sign 7">
            <a:extLst>
              <a:ext uri="{FF2B5EF4-FFF2-40B4-BE49-F238E27FC236}">
                <a16:creationId xmlns:a16="http://schemas.microsoft.com/office/drawing/2014/main" id="{03415F9C-B5D0-DE5C-13BA-1E17E878B548}"/>
              </a:ext>
            </a:extLst>
          </p:cNvPr>
          <p:cNvSpPr/>
          <p:nvPr/>
        </p:nvSpPr>
        <p:spPr>
          <a:xfrm>
            <a:off x="527772" y="392763"/>
            <a:ext cx="484817" cy="169504"/>
          </a:xfrm>
          <a:prstGeom prst="mathMinus">
            <a:avLst/>
          </a:prstGeom>
          <a:solidFill>
            <a:srgbClr val="99CB2B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AF332C-6302-704F-9872-EA573E2191C1}"/>
              </a:ext>
            </a:extLst>
          </p:cNvPr>
          <p:cNvSpPr/>
          <p:nvPr/>
        </p:nvSpPr>
        <p:spPr>
          <a:xfrm>
            <a:off x="0" y="6484387"/>
            <a:ext cx="12192000" cy="373613"/>
          </a:xfrm>
          <a:prstGeom prst="roundRect">
            <a:avLst>
              <a:gd name="adj" fmla="val 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E402E4-C9BF-948B-4BA7-A1BC51E41D89}"/>
              </a:ext>
            </a:extLst>
          </p:cNvPr>
          <p:cNvCxnSpPr/>
          <p:nvPr/>
        </p:nvCxnSpPr>
        <p:spPr>
          <a:xfrm>
            <a:off x="773252" y="562267"/>
            <a:ext cx="0" cy="40503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421F2C-D432-F157-E913-6B9FD5EC5372}"/>
              </a:ext>
            </a:extLst>
          </p:cNvPr>
          <p:cNvSpPr txBox="1"/>
          <p:nvPr/>
        </p:nvSpPr>
        <p:spPr>
          <a:xfrm>
            <a:off x="306845" y="998781"/>
            <a:ext cx="2053291" cy="646331"/>
          </a:xfrm>
          <a:prstGeom prst="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Personal Portal</a:t>
            </a:r>
          </a:p>
          <a:p>
            <a:r>
              <a:rPr lang="en-GB" dirty="0"/>
              <a:t>Doctor Availability</a:t>
            </a: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93408930-F409-AF9C-F8D5-8B393A7CA4F2}"/>
              </a:ext>
            </a:extLst>
          </p:cNvPr>
          <p:cNvSpPr/>
          <p:nvPr/>
        </p:nvSpPr>
        <p:spPr>
          <a:xfrm>
            <a:off x="-61369" y="1269125"/>
            <a:ext cx="2773884" cy="68723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E59AAA-58F5-14AD-6299-E14772FDF848}"/>
              </a:ext>
            </a:extLst>
          </p:cNvPr>
          <p:cNvSpPr/>
          <p:nvPr/>
        </p:nvSpPr>
        <p:spPr>
          <a:xfrm>
            <a:off x="417307" y="1867098"/>
            <a:ext cx="1656966" cy="4246744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8AA07C-6160-374A-FC24-8D9AF19F89FE}"/>
              </a:ext>
            </a:extLst>
          </p:cNvPr>
          <p:cNvSpPr/>
          <p:nvPr/>
        </p:nvSpPr>
        <p:spPr>
          <a:xfrm>
            <a:off x="871442" y="2074277"/>
            <a:ext cx="730292" cy="646331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C2AC39-A81A-FE30-E4E0-A944C2FA7B29}"/>
              </a:ext>
            </a:extLst>
          </p:cNvPr>
          <p:cNvSpPr/>
          <p:nvPr/>
        </p:nvSpPr>
        <p:spPr>
          <a:xfrm>
            <a:off x="880644" y="3073664"/>
            <a:ext cx="730292" cy="646331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0F335B-6E20-92ED-5F68-7931D557D495}"/>
              </a:ext>
            </a:extLst>
          </p:cNvPr>
          <p:cNvSpPr/>
          <p:nvPr/>
        </p:nvSpPr>
        <p:spPr>
          <a:xfrm>
            <a:off x="871442" y="4018090"/>
            <a:ext cx="730292" cy="646331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E0845F-CF38-B7CB-4ECA-ED5C3F96DAA0}"/>
              </a:ext>
            </a:extLst>
          </p:cNvPr>
          <p:cNvSpPr/>
          <p:nvPr/>
        </p:nvSpPr>
        <p:spPr>
          <a:xfrm>
            <a:off x="880644" y="4993624"/>
            <a:ext cx="730292" cy="646331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E24C20-A07B-8277-15D8-4E94CE88B00C}"/>
              </a:ext>
            </a:extLst>
          </p:cNvPr>
          <p:cNvSpPr/>
          <p:nvPr/>
        </p:nvSpPr>
        <p:spPr>
          <a:xfrm>
            <a:off x="3537938" y="825787"/>
            <a:ext cx="5449578" cy="1417627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Day of the week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065C93-82F4-1270-8F92-CAA8C2600FC8}"/>
              </a:ext>
            </a:extLst>
          </p:cNvPr>
          <p:cNvSpPr/>
          <p:nvPr/>
        </p:nvSpPr>
        <p:spPr>
          <a:xfrm>
            <a:off x="3537938" y="2749017"/>
            <a:ext cx="5449578" cy="1417627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Time slots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1034D1-98EC-05EA-3268-FD51CD3FEE63}"/>
              </a:ext>
            </a:extLst>
          </p:cNvPr>
          <p:cNvSpPr/>
          <p:nvPr/>
        </p:nvSpPr>
        <p:spPr>
          <a:xfrm>
            <a:off x="3537938" y="4668977"/>
            <a:ext cx="5449578" cy="1417627"/>
          </a:xfrm>
          <a:prstGeom prst="round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Information</a:t>
            </a: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9B19C24E-4AF6-811C-0A47-08D8915B7BDA}"/>
              </a:ext>
            </a:extLst>
          </p:cNvPr>
          <p:cNvSpPr/>
          <p:nvPr/>
        </p:nvSpPr>
        <p:spPr>
          <a:xfrm>
            <a:off x="9794513" y="2785967"/>
            <a:ext cx="1834940" cy="575393"/>
          </a:xfrm>
          <a:prstGeom prst="frame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5A96B1-392C-103F-624A-7F322E576365}"/>
              </a:ext>
            </a:extLst>
          </p:cNvPr>
          <p:cNvSpPr txBox="1"/>
          <p:nvPr/>
        </p:nvSpPr>
        <p:spPr>
          <a:xfrm>
            <a:off x="9941798" y="2883797"/>
            <a:ext cx="152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Invoice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EC5D59-8115-3CFD-4C07-C117C07A20DF}"/>
              </a:ext>
            </a:extLst>
          </p:cNvPr>
          <p:cNvSpPr/>
          <p:nvPr/>
        </p:nvSpPr>
        <p:spPr>
          <a:xfrm>
            <a:off x="9794514" y="3361360"/>
            <a:ext cx="1834940" cy="988043"/>
          </a:xfrm>
          <a:prstGeom prst="rect">
            <a:avLst/>
          </a:prstGeom>
          <a:solidFill>
            <a:srgbClr val="BCD84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Appointment invoice information</a:t>
            </a:r>
          </a:p>
        </p:txBody>
      </p:sp>
    </p:spTree>
    <p:extLst>
      <p:ext uri="{BB962C8B-B14F-4D97-AF65-F5344CB8AC3E}">
        <p14:creationId xmlns:p14="http://schemas.microsoft.com/office/powerpoint/2010/main" val="105013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Citu</dc:creator>
  <cp:lastModifiedBy>Denis Citu</cp:lastModifiedBy>
  <cp:revision>1</cp:revision>
  <dcterms:created xsi:type="dcterms:W3CDTF">2026-02-13T17:11:10Z</dcterms:created>
  <dcterms:modified xsi:type="dcterms:W3CDTF">2026-02-13T17:56:58Z</dcterms:modified>
</cp:coreProperties>
</file>